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# TDD. Where did it all go wrong?</a:t>
            </a:r>
          </a:p>
          <a:p/>
          <a:p>
            <a:r>
              <a:t>2026-10-07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Became test-infected around 2000 through XP.</a:t>
            </a:r>
          </a:p>
          <a:p/>
          <a:p>
            <a:r>
              <a:t>- I need tests to clarify when is done: the bug, the feature.</a:t>
            </a:r>
          </a:p>
          <a:p/>
          <a:p>
            <a:r>
              <a:t>- Practices: TDD, Pair Programming, DDD, Hexagonal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On every change we throw away past manual testing.</a:t>
            </a:r>
          </a:p>
          <a:p/>
          <a:p>
            <a:r>
              <a:t>Solution: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Fragile.</a:t>
            </a:r>
          </a:p>
          <a:p>
            <a:r>
              <a:t>  - Mock tests excel at fragility because they are tightly coupled to the implementation.</a:t>
            </a:r>
          </a:p>
          <a:p/>
          <a:p>
            <a:r>
              <a:t>- Too many.</a:t>
            </a:r>
          </a:p>
          <a:p/>
          <a:p>
            <a:r>
              <a:t>- Coverage. Proper Coverage</a:t>
            </a:r>
          </a:p>
          <a:p/>
          <a:p>
            <a:r>
              <a:t>- Tedious.</a:t>
            </a:r>
          </a:p>
          <a:p/>
          <a:p>
            <a:r>
              <a:t>- Copy-paste. So they break DRY (Don't Repeat Yourself).</a:t>
            </a:r>
          </a:p>
          <a:p/>
          <a:p>
            <a:r>
              <a:t>- Too complex: conditionals inside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Take time.</a:t>
            </a:r>
          </a:p>
          <a:p/>
          <a:p>
            <a:r>
              <a:t>- Need external dependencies.</a:t>
            </a:r>
          </a:p>
          <a:p/>
          <a:p>
            <a:r>
              <a:t>But now we have AI to help us!</a:t>
            </a:r>
          </a:p>
          <a:p/>
          <a:p>
            <a:r>
              <a:t>Solution: AI Generated Code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More code</a:t>
            </a:r>
          </a:p>
          <a:p/>
          <a:p>
            <a:r>
              <a:t>- Better quality?</a:t>
            </a:r>
          </a:p>
          <a:p/>
          <a:p>
            <a:r>
              <a:t>- Bugs fixed through regeneration. Prompt is the new spec. But is it really better?</a:t>
            </a:r>
          </a:p>
          <a:p/>
          <a:p>
            <a:r>
              <a:t>- Manual testing? No test if is regenerated?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Regenerate code with slight improvements.</a:t>
            </a:r>
          </a:p>
          <a:p/>
          <a:p>
            <a:r>
              <a:t>- Bad tests:</a:t>
            </a:r>
          </a:p>
          <a:p>
            <a:r>
              <a:t>  - mock tests</a:t>
            </a:r>
          </a:p>
          <a:p/>
          <a:p>
            <a:r>
              <a:t>- New types of bad tests:</a:t>
            </a:r>
          </a:p>
          <a:p>
            <a:r>
              <a:t>  - reflection based tests (just to circumvent mere private methods)</a:t>
            </a:r>
          </a:p>
          <a:p>
            <a:r>
              <a:t>  - no abstraction</a:t>
            </a:r>
          </a:p>
          <a:p>
            <a:r>
              <a:t>  - deleting/changing regression tests just to pass</a:t>
            </a:r>
          </a:p>
          <a:p/>
          <a:p>
            <a:r>
              <a:t>&gt; Now we have more code and more tests, but we still have the same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TDD is primary a design tool. As a side effect it produces a regression test suite.</a:t>
            </a:r>
          </a:p>
          <a:p>
            <a:r>
              <a:t>The good TDD helps:</a:t>
            </a:r>
          </a:p>
          <a:p/>
          <a:p>
            <a:r>
              <a:t>- feel safe to refactor (enables YAGNI and OCP)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Write a test, make it compile, run to confirm it fails.</a:t>
            </a:r>
          </a:p>
          <a:p>
            <a:r>
              <a:t>  - There are tests that always pass. We want to be sure we first fail (including compilation errors).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Write the simplest code to make the test pass.</a:t>
            </a:r>
          </a:p>
          <a:p>
            <a:r>
              <a:t>  - Sins allowed: hacks, duct tape programming, copy-paste, and other shortcuts are allowed.</a:t>
            </a:r>
          </a:p>
          <a:p>
            <a:r>
              <a:t>  - YAGNI. Don't overengineer. No analysis paralysis.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Refactor the code to remove duplication.</a:t>
            </a:r>
          </a:p>
          <a:p>
            <a:r>
              <a:t>  - Keep the test green.</a:t>
            </a:r>
          </a:p>
          <a:p>
            <a:r>
              <a:t>  - Respect: YAGNI, OCP, and other principles, no code smells, and other good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RED: prove missing functionality without knowing/passing implementation details</a:t>
            </a:r>
          </a:p>
          <a:p/>
          <a:p>
            <a:r>
              <a:t>- GREEN: add new functionality as fast as possible</a:t>
            </a:r>
          </a:p>
          <a:p/>
          <a:p>
            <a:r>
              <a:t>- REFACTOR: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https://blog.stevensanderson.com/2009/08/24/writing-great-unit-tests-best-and-worst-practises/</a:t>
            </a:r>
          </a:p>
          <a:p/>
          <a:p>
            <a:r>
              <a:t>A facade to something that acts as a unit. A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Top-down units ⇒ Test-Driven Design.</a:t>
            </a:r>
          </a:p>
          <a:p/>
          <a:p>
            <a:r>
              <a:t>- Split it when it breaks and when we need to search through it.</a:t>
            </a:r>
          </a:p>
          <a:p/>
          <a:p>
            <a:r>
              <a:t>- We don't want to know the details: whatever works for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Encapsulation.</a:t>
            </a:r>
          </a:p>
          <a:p/>
          <a:p>
            <a:r>
              <a:t>- Divide and conquer.</a:t>
            </a:r>
          </a:p>
          <a:p/>
          <a:p>
            <a:r>
              <a:t>- YAGNI.</a:t>
            </a:r>
          </a:p>
          <a:p/>
          <a:p>
            <a:r>
              <a:t>- Tell, Don't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/>
          <a:p>
            <a:r>
              <a:t>```mermaid</a:t>
            </a:r>
          </a:p>
          <a:p>
            <a:r>
              <a:t>flowchart TD</a:t>
            </a:r>
          </a:p>
          <a:p>
            <a:r>
              <a:t>    U1[Unit 1] --&gt; U11[Unit 1.1]</a:t>
            </a:r>
          </a:p>
          <a:p>
            <a:r>
              <a:t>    U1 --&gt; U12[Unit 1.2]</a:t>
            </a:r>
          </a:p>
          <a:p>
            <a:r>
              <a:t>    U1 --&gt; U13[Unit 1.3]</a:t>
            </a:r>
          </a:p>
          <a:p>
            <a:r>
              <a:t>    U1 --&gt; U14[Unit 1.4]</a:t>
            </a:r>
          </a:p>
          <a:p>
            <a:r>
              <a:t>    U13 --&gt; U131[Unit 1.3.1]</a:t>
            </a:r>
          </a:p>
          <a:p>
            <a:r>
              <a:t>    U13 --&gt; U132[Unit 1.3.2]</a:t>
            </a:r>
          </a:p>
          <a:p>
            <a:r>
              <a:t>    U132 -.-&gt; U132b[Unit 1.3.2b]</a:t>
            </a:r>
          </a:p>
          <a:p>
            <a:r>
              <a:t>    style U132 text-decoration:line-through</a:t>
            </a:r>
          </a:p>
          <a:p>
            <a:r>
              <a:t>```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With a real database:</a:t>
            </a:r>
          </a:p>
          <a:p/>
          <a:p>
            <a:r>
              <a:t>- Minimal input information, expressed in concepts ⇒ no accidental complexity.</a:t>
            </a:r>
          </a:p>
          <a:p/>
          <a:p>
            <a:r>
              <a:t>- Clear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Testable code.</a:t>
            </a:r>
          </a:p>
          <a:p/>
          <a:p>
            <a:r>
              <a:t>- Composable.</a:t>
            </a:r>
          </a:p>
          <a:p/>
          <a:p>
            <a:r>
              <a:t>- Instantiable.</a:t>
            </a:r>
          </a:p>
          <a:p/>
          <a:p>
            <a:r>
              <a:t>- Fast.</a:t>
            </a:r>
          </a:p>
          <a:p/>
          <a:p>
            <a:r>
              <a:t>- Focus on the first problem.</a:t>
            </a:r>
          </a:p>
          <a:p/>
          <a:p>
            <a:r>
              <a:t>Opens doors for explorable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Clear errors provide guidance. See Git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Use AssertJ in Java and Kotlin.</a:t>
            </a:r>
          </a:p>
          <a:p/>
          <a:p>
            <a:r>
              <a:t>- Don't mock, stub, or fake ⇒ lazy-load and inject dependencies manually.</a:t>
            </a:r>
          </a:p>
          <a:p/>
          <a:p>
            <a:r>
              <a:t>- Use a facade to instantiate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**TRIM Down Info.**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Test in TDD is **developer test**.</a:t>
            </a:r>
          </a:p>
          <a:p>
            <a:r>
              <a:t>The unit is the thing that has a facade.</a:t>
            </a:r>
          </a:p>
          <a:p>
            <a:r>
              <a:t>With a test we want to exercise the behavior of the system. </a:t>
            </a:r>
          </a:p>
          <a:p/>
          <a:p>
            <a:r>
              <a:t>Some classes are implementation details of the unit and some advocate to delete tests used for the internal implementation.</a:t>
            </a:r>
          </a:p>
          <a:p/>
          <a:p>
            <a:r>
              <a:t>The facade/API has usually 4 types of operations that act in concert:</a:t>
            </a:r>
          </a:p>
          <a:p/>
          <a:p>
            <a:r>
              <a:t>- factory/lookup - to get access to a unit</a:t>
            </a:r>
          </a:p>
          <a:p/>
          <a:p>
            <a:r>
              <a:t>- functions - compute something</a:t>
            </a:r>
          </a:p>
          <a:p/>
          <a:p>
            <a:r>
              <a:t>- query - to observe the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commands - to change the state</a:t>
            </a:r>
          </a:p>
          <a:p/>
          <a:p>
            <a:r>
              <a:t>Usually our tests need first to get access to a unit, then to query it, and finally to command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1. Get access to the unit.</a:t>
            </a:r>
          </a:p>
          <a:p/>
          <a:p>
            <a:r>
              <a:t>2. Move the unit to a known state</a:t>
            </a:r>
          </a:p>
          <a:p>
            <a:r>
              <a:t>   - Should not depend on past runs (the test before could even crash so the cleanup before is not guaranteed to be executed).</a:t>
            </a:r>
          </a:p>
          <a:p/>
          <a:p>
            <a:r>
              <a:t>3. Query the unit to assert the state is as expected.</a:t>
            </a:r>
          </a:p>
          <a:p/>
          <a:p>
            <a:r>
              <a:t>4. Command the unit to change its state.</a:t>
            </a:r>
          </a:p>
          <a:p/>
          <a:p>
            <a:r>
              <a:t>5. Query the unit to assert the state is as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6. ~~Cleanup the unit to a known state.~~</a:t>
            </a:r>
          </a:p>
          <a:p>
            <a:r>
              <a:t>   - Cleanup is not warranted (the system could crash, or end in the middle of the test).</a:t>
            </a:r>
          </a:p>
          <a:p>
            <a:r>
              <a:t>   - Cleanup would create the impression that the other tests are safe to run after this one and that they don't need to be isolated. But they do.</a:t>
            </a:r>
          </a:p>
          <a:p>
            <a:r>
              <a:t>   - Cleanup will block investigations of the state of the unit after a test has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So we have a test that fails.</a:t>
            </a:r>
          </a:p>
          <a:p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/>
          <a:p>
            <a:r>
              <a:t>So naturally we will grow the tests on the most complex parts of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We have a battery of tests and on mutation we can pinpoint the mutation by just looking at the tests. With what price? In writing tests and in maintaining them?</a:t>
            </a:r>
          </a:p>
          <a:p/>
          <a:p>
            <a:r>
              <a:t>- Test coverage will help. Maybe if 100%, and maybe if we also have 100% branch coverage. That is not practical and rarely achievable. So we need strategic testing. Top down?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DDD (Domain Driven Design) &amp; Hexagonal Architecture.</a:t>
            </a:r>
          </a:p>
          <a:p>
            <a:r>
              <a:t>  - we could use a persistance layer (whatever is faster to run and use)</a:t>
            </a:r>
          </a:p>
          <a:p>
            <a:r>
              <a:t>    - database: embedded, in memory or a real one</a:t>
            </a:r>
          </a:p>
          <a:p>
            <a:r>
              <a:t>      - real SQL queries/CRUD also get tested (think that native sql querries)</a:t>
            </a:r>
          </a:p>
          <a:p>
            <a:r>
              <a:t>    - in memory data structures</a:t>
            </a:r>
          </a:p>
          <a:p/>
          <a:p>
            <a:r>
              <a:t>- fluent interfaces</a:t>
            </a:r>
          </a:p>
          <a:p/>
          <a:p>
            <a:r>
              <a:t>- Refactoring</a:t>
            </a:r>
          </a:p>
          <a:p>
            <a:r>
              <a:t>  - Open Closed Principle. If we break tests then we don't respect the OCP.</a:t>
            </a:r>
          </a:p>
          <a:p>
            <a:r>
              <a:t>  - A refactor keeps the tests green.</a:t>
            </a:r>
          </a:p>
          <a:p>
            <a:r>
              <a:t>  - We are free to change the implementation details if the tests are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testing implementation details</a:t>
            </a:r>
          </a:p>
          <a:p/>
          <a:p>
            <a:r>
              <a:t>- mocking</a:t>
            </a:r>
          </a:p>
          <a:p/>
          <a:p>
            <a:r>
              <a:t>- testing query and command separately</a:t>
            </a:r>
          </a:p>
          <a:p/>
          <a:p>
            <a:r>
              <a:t>- changing internal state via methods that are not part of the facade (is a white-box testing smell)</a:t>
            </a:r>
          </a:p>
          <a:p/>
          <a:p>
            <a:r>
              <a:t>- tests that are not isolated and depend on the order of execution of other tests (is a white-box testing smell)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https://www.google.com/search?q=TDD%2C+Where+Did+It+All+Go+Wrong&amp;sourceid=chrome&amp;ie=UTF-8&amp;source=chrome.ctxt</a:t>
            </a:r>
          </a:p>
          <a:p/>
          <a:p>
            <a:r>
              <a:t>- TDD, Where Did It All Go Wrong (Ian Cooper) - https://www.youtube.com/watch?v=EZ05e7EMOLM</a:t>
            </a:r>
          </a:p>
          <a:p/>
          <a:p>
            <a:r>
              <a:t>- https://www.reddit.com/r/programming/comments/21fhy7/ian_cooper_tdd_where_did_it_all_go_wrong/</a:t>
            </a:r>
          </a:p>
          <a:p/>
          <a:p>
            <a:r>
              <a:t>- https://archive.org/details/est-driven-development-by-example/test-driven-development-by-example/</a:t>
            </a:r>
          </a:p>
          <a:p/>
          <a:p>
            <a:r>
              <a:t>- Dan North - https://dannorth.net/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https://martinfowler.com/articles/are-harnesses-worth-the-cost.html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tdd3.md</a:t>
            </a:r>
          </a:p>
          <a:p/>
          <a:p>
            <a:r>
              <a:t>- maybe is better to talk about test anti-patterns and TDD good patterns?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tevensanderson.com/2009/08/24/writing-great-unit-tests-best-and-worst-practises/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search?q=TDD%2C+Where+Did+It+All+Go+Wrong&amp;sourceid=chrome&amp;ie=UTF-8&amp;source=chrome.ctxt" TargetMode="External"/><Relationship Id="rId3" Type="http://schemas.openxmlformats.org/officeDocument/2006/relationships/hyperlink" Target="https://www.youtube.com/watch?v=EZ05e7EMOLM" TargetMode="External"/><Relationship Id="rId4" Type="http://schemas.openxmlformats.org/officeDocument/2006/relationships/hyperlink" Target="https://www.reddit.com/r/programming/comments/21fhy7/ian_cooper_tdd_where_did_it_all_go_wrong/" TargetMode="External"/><Relationship Id="rId5" Type="http://schemas.openxmlformats.org/officeDocument/2006/relationships/hyperlink" Target="https://archive.org/details/est-driven-development-by-example/test-driven-development-by-example/" TargetMode="External"/><Relationship Id="rId6" Type="http://schemas.openxmlformats.org/officeDocument/2006/relationships/hyperlink" Target="https://dannorth.net/" TargetMode="External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rtinfowler.com/articles/are-harnesses-worth-the-cost.html" TargetMode="Externa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TDD. Where did it all go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2026-10-07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38099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 My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Became test-infected around 2000 through XP.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I need tests to clarify when is done: the bug, the feature.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Practices: TDD, Pair Programming, DDD, Hexagonal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6198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The problem with Code, Tests,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2.1 The problem with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On every change we throw away past manual testing.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Solution: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4297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The problem with Code, Tests,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2.2 The problem with Tests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Fragile.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Mock tests excel at fragility because they are tightly coupled to the implementation.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Too many.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Coverage. Proper Coverage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Tedious.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Copy-paste. So they break DRY (Don't Repeat Yourself).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Too complex: conditionals inside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4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52396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The problem with Code, Tests,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2.2 The problem with Tests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Take time.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Need external dependencies.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But now we have AI to help us!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Solution: AI Generated Code and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5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90495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The problem with Code, Tests,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2.3 The problem with AI's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More code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Better quality?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Bugs fixed through regeneration. Prompt is the new spec. But is it really better?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Manual testing? No test if is regenerated?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6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228594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The problem with Code, Tests,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2.4 The problem with AI's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Regenerate code with slight improvements.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Bad tests: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mock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New types of bad tests: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reflection based tests (just to circumvent mere private methods)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no abstraction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deleting/changing regression tests just to pass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Now we have more code and more tests, but we still have the same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7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266693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3. The TDD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TDD is primary a design tool. As a side effect it produces a regression test suite.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The good TDD helps: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feel safe to refactor (enables YAGNI and OCP)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8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304792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RED–GREEN–REFACTOR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Write a test, make it compile, run to confirm it fails.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There are tests that always pass. We want to be sure we first fail (including compilation errors).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9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342891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RED–GREEN–REFACTOR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Write the simplest code to make the test pass.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Sins allowed: hacks, duct tape programming, copy-paste, and other shortcuts are allowed.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YAGNI. Don't overengineer. No analysis paralysis.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10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380990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RED–GREEN–REFACTOR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REFACTOR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Refactor the code to remove duplication.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Keep the test green.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Respect: YAGNI, OCP, and other principles, no code smells, and other good practices.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11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19089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RED–GREEN–REFACTOR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Different phases have different purposes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RED: prove missing functionality without knowing/passing implementation details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GREEN: add new functionality as fast as possible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REFACTOR: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12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57188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RED-GREEN-REFACTOR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What is the unit fron unit testing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Steve Sanderson — Writing Great Unit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A facade to something that acts as a unit. A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13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95287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RED-GREEN-REFACTOR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Where do we cut?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Top-down units ⇒ Test-Driven Design.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Split it when it breaks and when we need to search through it.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We don't want to know the details: whatever works for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14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33386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Encapsulation.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Divide and conquer.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YAGNI.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Tell, Don't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15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71485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Units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1733005" y="2346121"/>
            <a:ext cx="3805646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4236720" y="2346121"/>
            <a:ext cx="1301931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538651" y="2346121"/>
            <a:ext cx="1201783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38651" y="2346121"/>
            <a:ext cx="3705497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338354" y="3479977"/>
            <a:ext cx="1402080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40434" y="3479977"/>
            <a:ext cx="1301931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42365" y="4649266"/>
            <a:ext cx="0" cy="666141"/>
          </a:xfrm>
          <a:prstGeom prst="line">
            <a:avLst/>
          </a:prstGeom>
          <a:ln w="19050">
            <a:solidFill>
              <a:srgbClr val="4AA3F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07269" y="1949272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4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5338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9052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2766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6972" y="4252417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1.3.1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0984" y="4252417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Unit 1.3.2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0984" y="5315407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1.3.2b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16 / 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609584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A good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With a real database: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Minimal input information, expressed in concepts ⇒ no accidental complexity.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Clear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17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647683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Emergent properties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Testable code.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Composable.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Instantiable.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Fast.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Focus on the first problem.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Opens doors for explorable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18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685782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Emergent properties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Clear errors provide guidance. See Git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19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23881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Addendum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Use AssertJ in Java and Kotlin.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Don't mock, stub, or fake ⇒ lazy-load and inject dependencies manually.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Use a facade to instantiate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20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61980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Trim down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TRIM Down Info.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21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00079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Ideas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Test in TDD is developer test.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The unit is the thing that has a facade.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With a test we want to exercise the behavior of the system. 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Some classes are implementation details of the unit and some advocate to delete tests used for the internal implementation.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The facade/API has usually 4 types of operations that act in concert: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• factory/lookup - to get access to a unit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• functions - compute something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000">
                <a:solidFill>
                  <a:srgbClr val="E6E6E6"/>
                </a:solidFill>
                <a:latin typeface="Arial"/>
              </a:defRPr>
            </a:pPr>
            <a:r>
              <a:t>• query - to observe the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22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38179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Ideas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commands - to change the state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Usually our tests need first to get access to a unit, then to query it, and finally to command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23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76278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A anathomy of a good test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1. Get access to the unit.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2. Move the unit to a known state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Should not depend on past runs (the test before could even crash so the cleanup before is not guaranteed to be executed).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3. Query the unit to assert the state is as expected.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4. Command the unit to change its state.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5. Query the unit to assert the state is as expected.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24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14377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A anathomy of a good test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6. Cleanup the unit to a known state.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Cleanup is not warranted (the system could crash, or end in the middle of the test).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Cleanup would create the impression that the other tests are safe to run after this one and that they don't need to be isolated. But they do.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Cleanup will block investigations of the state of the unit after a test has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25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52476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Spawning a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So we have a test that fails.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So naturally we will grow the tests on the most complex parts of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26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90575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Testign Myths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We have a battery of tests and on mutation we can pinpoint the mutation by just looking at the tests. With what price? In writing tests and in maintaining them?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 coverage will help. Maybe if 100%, and maybe if we also have 100% branch coverage. That is not practical and rarely achievable. So we need strategic testing. Top down?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27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28674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go well with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DDD (Domain Driven Design) &amp; Hexagonal Architecture.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we could use a persistance layer (whatever is faster to run and use)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• database: embedded, in memory or a real one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  • real SQL queries/CRUD also get tested (think that native sql querries)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• in memory data structures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fluent interfaces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Refactoring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Open Closed Principle. If we break tests then we don't respect the OCP.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A refactor keeps the tests green.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We are free to change the implementation details if the tests are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28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66773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are exposed as bad practices by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implementation details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mocking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query and command separately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changing internal state via methods that are not part of the facade (is a white-box testing smell)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tests that are not isolated and depend on the order of execution of other tests (is a white-box testing smell)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29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04872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Appendix ·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Search: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• TDD, Where Did It All Go Wrong (Ian Cooper)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4"/>
              </a:rPr>
              <a:t>• Discussion: Ian Cooper —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5"/>
              </a:rPr>
              <a:t>• Kent Beck — Test-Driven Development by Example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6"/>
              </a:rPr>
              <a:t>• Dan North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30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42971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To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Martin Fowler — Are Harnesses Worth the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31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81070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Appendix ·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160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maybe is better to talk about test anti-patterns and TDD good patterns?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· Where did it all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32 / 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TDD. Where did it all go wrong?</dc:title>
  <dc:subject>TDD presentation exported from tdd3.md</dc:subject>
  <dc:creator>Costin Grigore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